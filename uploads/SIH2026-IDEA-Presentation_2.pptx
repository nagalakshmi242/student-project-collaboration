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0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870" y="648335"/>
            <a:ext cx="8534400" cy="7334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470" y="-527050"/>
            <a:ext cx="10412095" cy="191262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1026795"/>
            <a:ext cx="12030710" cy="7327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SIH26143</a:t>
            </a: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Leveraging satellite imagery to determine Oil spills at sea along with AIS data correlations to identify vessel responsible for the spill</a:t>
            </a: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Space Technology</a:t>
            </a: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IDEA TITLE :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43383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 :</a:t>
            </a:r>
            <a:endParaRPr lang="en-US" sz="28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Detailed explanation of the proposed solution: An automated pipeline that detects ocean oil slicks using Sentinel-1 SAR satellite radar imagery and matches spill coordinates with real-time AIS ship GPS tracking data.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it addresses the problem: Applies ocean current and wind vectors to reverse-trace slicks back to the dumping location, instantly identifying responsible vessels and eliminating manual review delays.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and uniqueness of the solution: Features a dark-vessel detection engine that flags suspicious transponder blackouts and loitering, combining AI vision and marine spatial science on an open-source dashboard.  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29565" y="1391285"/>
            <a:ext cx="11262995" cy="995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/>
              <a:t> AquaGuard AI — Multi-Modal Fusion Engine for Oil Spill &amp; AIS Tracking</a:t>
            </a:r>
            <a:endParaRPr lang="en-US" sz="28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76580" y="1355090"/>
            <a:ext cx="11005820" cy="5113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Technologies to be used:</a:t>
            </a:r>
            <a:endParaRPr lang="en-US" altLang="en-US" sz="24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en-US" sz="28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Frontend &amp; GIS: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React.js, Tailwind CSS, Leaflet.js / Mapbox GL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Backend &amp; Database: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Python (FastAPI), PostgreSQL with PostGIS extension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AI &amp; Spatial Data Science: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PyTorch (UNet / YOLOv8-Seg), OpenCV, GeoPandas, Rasterio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4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 and process for implementation:</a:t>
            </a:r>
            <a:endParaRPr lang="en-US" altLang="en-US" sz="24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en-US" sz="24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Acquisition: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Sentinel-1 SAR imagery + AIS vessel data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Spill Detection: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Segment and map potential oil slicks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Reverse Drift Analysis: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Wind + ocean currents estimate spill origin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Vessel Correlation: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Match AIS routes with spill location &amp; time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Intelligence Dashboard: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Visualize spill, vessel tracks &amp; suspect ranking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20115" y="1059815"/>
            <a:ext cx="6097905" cy="73044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1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• Feasibility of the Idea:</a:t>
            </a:r>
            <a:endParaRPr kumimoji="0" lang="en-US" altLang="en-US" sz="2400" b="1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	• Available satellite, AIS &amp; ocean data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	• Open-source AI &amp; GIS tools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	• Modular &amp; scalable architecture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1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• Potential Challenges &amp; Risks:</a:t>
            </a:r>
            <a:endParaRPr kumimoji="0" lang="en-US" altLang="en-US" sz="2400" b="1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	• SAR oil-slick lookalikes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	• AIS blackout / switched off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	• Drift uncertainty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1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• Strategies to Overcome:</a:t>
            </a:r>
            <a:endParaRPr kumimoji="0" lang="en-US" altLang="en-US" sz="2400" b="1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	• AI-based false-positive filtering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	• Dark vessel detection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  	• Wind + ocean current modelling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979285" y="2421255"/>
            <a:ext cx="5051425" cy="232156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</p:spPr>
        <p:txBody>
          <a:bodyPr wrap="square" rtlCol="0" anchor="t">
            <a:noAutofit/>
          </a:bodyPr>
          <a:p>
            <a:r>
              <a:rPr lang="en-US" altLang="en-US" sz="2000" b="1" u="sng">
                <a:solidFill>
                  <a:schemeClr val="tx2"/>
                </a:solidFill>
              </a:rPr>
              <a:t>⚠ CHALLENGES          →        </a:t>
            </a:r>
            <a:r>
              <a:rPr lang="zh-CN" altLang="en-US" sz="2000" b="1" u="sng">
                <a:solidFill>
                  <a:schemeClr val="tx2"/>
                </a:solidFill>
              </a:rPr>
              <a:t>🛡</a:t>
            </a:r>
            <a:r>
              <a:rPr lang="en-US" altLang="zh-CN" sz="2000" b="1" u="sng">
                <a:solidFill>
                  <a:schemeClr val="tx2"/>
                </a:solidFill>
              </a:rPr>
              <a:t> </a:t>
            </a:r>
            <a:r>
              <a:rPr lang="en-US" altLang="en-US" sz="2000" b="1" u="sng">
                <a:solidFill>
                  <a:schemeClr val="tx2"/>
                </a:solidFill>
              </a:rPr>
              <a:t>SOLUTIONS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SAR Lookalikes                →        AI Filtering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AIS Blackout                    →        Dark Vessel Detection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Drift Uncertainty           →        Wind + Current Model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81050" y="1373505"/>
            <a:ext cx="10939145" cy="4845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800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ENVIRONMENTAL </a:t>
            </a:r>
            <a:r>
              <a:rPr lang="en-US" altLang="en-US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</a:t>
            </a:r>
            <a:r>
              <a:rPr lang="en-US" altLang="en-US" sz="2800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MARITIME SECURITY</a:t>
            </a:r>
            <a:endParaRPr lang="en-US" alt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Faster detection                         			 • Suspicious vessel tracking</a:t>
            </a:r>
            <a:endParaRPr lang="en-US" alt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Marine protection                        		 • AIS blackout detection</a:t>
            </a:r>
            <a:endParaRPr lang="en-US" alt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Pollution prevention                    			 • Supports investigation</a:t>
            </a:r>
            <a:endParaRPr lang="en-US" alt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en-US" sz="2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800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BENEFITS</a:t>
            </a: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r>
              <a:rPr lang="en-US" altLang="en-US" sz="2800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USERS</a:t>
            </a:r>
            <a:endParaRPr lang="en-US" altLang="en-US" sz="28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Less manual analysis                  			 </a:t>
            </a: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•</a:t>
            </a: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NTRO</a:t>
            </a:r>
            <a:endParaRPr lang="en-US" alt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Faster correlation                         			 </a:t>
            </a: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• </a:t>
            </a: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Indian Coast Guard</a:t>
            </a:r>
            <a:endParaRPr lang="en-US" alt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Automated dashboard                 			 </a:t>
            </a: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•</a:t>
            </a: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Maritime Authorities</a:t>
            </a:r>
            <a:endParaRPr lang="en-US" alt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			 </a:t>
            </a: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•</a:t>
            </a: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Pollution Control Agencies</a:t>
            </a:r>
            <a:endParaRPr lang="en-US" alt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5460" y="1263650"/>
            <a:ext cx="11077575" cy="4776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Data &amp; Technology Sources:</a:t>
            </a:r>
            <a:endParaRPr kumimoji="0" lang="en-US" altLang="en-US" sz="2800" b="1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•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Sentinel-1 SAR — Copernicus / ESA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•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ECMWF — Wind data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•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HYCOM — Ocean current data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•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AIS — Vessel trajectory data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800" b="1" i="0" u="sng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Research References:</a:t>
            </a:r>
            <a:endParaRPr kumimoji="0" lang="en-US" altLang="en-US" sz="2800" b="1" i="0" u="sng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•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SAR Oil Spill Dataset (SOSD)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•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Deep Learning for SAR Oil Spill Detection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•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U-Net / DeepLabV3+ Segmentation Research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  <a:p>
            <a:pPr marL="0" marR="0" lvl="0" indent="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•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1" charset="-128"/>
                <a:cs typeface="Arial" panose="020B0604020202020204" pitchFamily="34" charset="0"/>
              </a:rPr>
              <a:t>IMO MARPOL Regulations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3434</Words>
  <Application>WPS Presentation</Application>
  <PresentationFormat>Widescreen</PresentationFormat>
  <Paragraphs>123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Times New Roman</vt:lpstr>
      <vt:lpstr>Garamond</vt:lpstr>
      <vt:lpstr>Calibri</vt:lpstr>
      <vt:lpstr>Microsoft YaHei</vt:lpstr>
      <vt:lpstr>Arial Unicode MS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urjit</cp:lastModifiedBy>
  <cp:revision>150</cp:revision>
  <dcterms:created xsi:type="dcterms:W3CDTF">2013-12-12T18:46:00Z</dcterms:created>
  <dcterms:modified xsi:type="dcterms:W3CDTF">2026-08-26T08:20:00Z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7712C2575ABA42E6A61E53103399E96B_12</vt:lpwstr>
  </property>
</Properties>
</file>